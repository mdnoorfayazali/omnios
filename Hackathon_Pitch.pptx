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Personal AI Assistant V2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Hackathon Edition: Vision, Web &amp; Autonomy</a:t>
            </a:r>
          </a:p>
          <a:p/>
          <a:p>
            <a:r>
              <a:t>Team Omnios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❌ Context Switching Tax: Developers waste time switching between terminal, browser, and IDE.</a:t>
            </a:r>
          </a:p>
          <a:p>
            <a:r>
              <a:t>❌ Disconnected Tools: Terminal outputs don't understand screen context.</a:t>
            </a:r>
          </a:p>
          <a:p>
            <a:r>
              <a:t>❌ Static CLIs: Traditional command lines are text-only and reactive, not proactive.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Multimodal Intelligence: An assistant that SEES what you see (Omni-Vision).</a:t>
            </a:r>
          </a:p>
          <a:p>
            <a:r>
              <a:t>✅ Connected Knowledge: Real-time Web Search integration (DuckDuckGo).</a:t>
            </a:r>
          </a:p>
          <a:p>
            <a:r>
              <a:t>✅ System Authority: Direct control over files, apps, and computer states.</a:t>
            </a:r>
          </a:p>
          <a:p>
            <a:r>
              <a:t>✅ Voice &amp; Text: Seamless interaction via speech or keyboard.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👁️ Omni-Vision: 'Explain this error' -&gt; Captures screen &amp; Diagnoses.</a:t>
            </a:r>
          </a:p>
          <a:p>
            <a:r>
              <a:t>🌐 Web Agent: 'Who won the match?' -&gt; Fetches live data.</a:t>
            </a:r>
          </a:p>
          <a:p>
            <a:r>
              <a:t>🛡️ Safety Sandbox: All file operations are restricted to a workspace.</a:t>
            </a:r>
          </a:p>
          <a:p>
            <a:r>
              <a:t>✨ Premium UI: Built with 'Rich' for a futuristic terminal aesthetic.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🐍 Python 3.11: The core engine.</a:t>
            </a:r>
          </a:p>
          <a:p>
            <a:r>
              <a:t>🧠 OpenAI GPT-4o: The brain (Logic &amp; Vision).</a:t>
            </a:r>
          </a:p>
          <a:p>
            <a:r>
              <a:t>🎨 Rich: TUI (Text User Interface) rendering.</a:t>
            </a:r>
          </a:p>
          <a:p>
            <a:r>
              <a:t>🖱️ PyAutoGUI: Screen capture and control.</a:t>
            </a:r>
          </a:p>
          <a:p>
            <a:r>
              <a:t>🦆 DuckDuckGo Search: Web retrieval.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🚀 Autonomous coding (Self-healing agents).</a:t>
            </a:r>
          </a:p>
          <a:p>
            <a:r>
              <a:t>🚀 Local LLM support (Llama 3 / Mistral).</a:t>
            </a:r>
          </a:p>
          <a:p>
            <a:r>
              <a:t>🚀 Full Desktop GUI automation (Semantic Action policies).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